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QUESTION-BANK AUTOMATION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92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QBG Test Creation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pipeline that sources, rewrites, tags, quality-checks, and publishes fresh JEE/NEET test questions directly into QBG — end to end, with minimal manual effort.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623560"/>
            <a:ext cx="82296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5623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 today — not a prototype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one test paper is still an almost entirely manual relay race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70048" cy="3566160"/>
          </a:xfrm>
          <a:prstGeom prst="roundRect">
            <a:avLst>
              <a:gd name="adj" fmla="val 4110"/>
            </a:avLst>
          </a:prstGeom>
          <a:solidFill>
            <a:srgbClr val="F5F5F9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042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04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306324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547872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Sourcing, rewording, tagging, and verifying each question by hand takes days per paper — and doesn't scale when several papers are needed at once.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9856" y="2011680"/>
            <a:ext cx="2670048" cy="3566160"/>
          </a:xfrm>
          <a:prstGeom prst="roundRect">
            <a:avLst>
              <a:gd name="adj" fmla="val 4110"/>
            </a:avLst>
          </a:prstGeom>
          <a:solidFill>
            <a:srgbClr val="F5F5F9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23042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2304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75888" y="306324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75888" y="3547872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different a reworded question really is, whether its difficulty holds, and how accurate the tagging is — all vary from person to person.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91072" y="2011680"/>
            <a:ext cx="2670048" cy="3566160"/>
          </a:xfrm>
          <a:prstGeom prst="roundRect">
            <a:avLst>
              <a:gd name="adj" fmla="val 4110"/>
            </a:avLst>
          </a:prstGeom>
          <a:solidFill>
            <a:srgbClr val="F5F5F9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47104" y="23042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2304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47104" y="306324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47104" y="3547872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manually reworded question can silently change type (numerical → multiple-choice) or get a wrong answer, with no systematic check catching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62288" y="2011680"/>
            <a:ext cx="2670048" cy="3566160"/>
          </a:xfrm>
          <a:prstGeom prst="roundRect">
            <a:avLst>
              <a:gd name="adj" fmla="val 4110"/>
            </a:avLst>
          </a:prstGeom>
          <a:solidFill>
            <a:srgbClr val="F5F5F9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23042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304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18320" y="306324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18320" y="3547872"/>
            <a:ext cx="215798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Sourcing, rewording, diagrams, tagging, and verification are separate manual steps with no single workflow tying them together.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solutions have the same gap on a smaller scale: laying out slides and recording narration by hand, one question at a time.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replaces the whole manual relay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QBG Test Creation Pipeline Automation is an end-to-end AI system that generates complete, exam-ready JEE/NEET test papers with minimal manual effort. It selects a syllabus-balanced pool of questions from QBG, rewrites each one into a genuinely new, non-duplicate question, redraws diagrams where needed, tags every question's metadata, cross-checks every answer, and pushes the result straight back into QBG.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12394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from QBG's real question pool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58114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with full question-type fidelity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03834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Redraws diagrams, retags metadata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57784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49554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QC before anything ships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691640"/>
            <a:ext cx="4480560" cy="4434840"/>
          </a:xfrm>
          <a:prstGeom prst="roundRect">
            <a:avLst>
              <a:gd name="adj" fmla="val 2474"/>
            </a:avLst>
          </a:prstGeom>
          <a:solidFill>
            <a:srgbClr val="1E1B4B"/>
          </a:solidFill>
          <a:ln/>
        </p:spPr>
      </p:sp>
      <p:sp>
        <p:nvSpPr>
          <p:cNvPr id="14" name="Shape 12"/>
          <p:cNvSpPr/>
          <p:nvPr/>
        </p:nvSpPr>
        <p:spPr>
          <a:xfrm>
            <a:off x="7434072" y="196596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7434072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74152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QBG Hub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74152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built around the QBG question bank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34072" y="2743200"/>
            <a:ext cx="3968496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QBG Pipeline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34072" y="3310128"/>
            <a:ext cx="3968496" cy="457200"/>
          </a:xfrm>
          <a:prstGeom prst="roundRect">
            <a:avLst>
              <a:gd name="adj" fmla="val 16000"/>
            </a:avLst>
          </a:prstGeom>
          <a:solidFill>
            <a:srgbClr val="2C2A5E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3310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QBG Modifier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34072" y="3877056"/>
            <a:ext cx="3968496" cy="457200"/>
          </a:xfrm>
          <a:prstGeom prst="roundRect">
            <a:avLst>
              <a:gd name="adj" fmla="val 16000"/>
            </a:avLst>
          </a:prstGeom>
          <a:solidFill>
            <a:srgbClr val="2C2A5E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387705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QBG Ingestion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34072" y="4443984"/>
            <a:ext cx="3968496" cy="457200"/>
          </a:xfrm>
          <a:prstGeom prst="roundRect">
            <a:avLst>
              <a:gd name="adj" fmla="val 16000"/>
            </a:avLst>
          </a:prstGeom>
          <a:solidFill>
            <a:srgbClr val="2C2A5E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444398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QBG Tagging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34072" y="5148072"/>
            <a:ext cx="39684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select → AI modify → tag → QC → publish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one chained pipeline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automated stages, one continuous run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13509" cy="3291840"/>
          </a:xfrm>
          <a:prstGeom prst="roundRect">
            <a:avLst>
              <a:gd name="adj" fmla="val 4541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3134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3017520"/>
            <a:ext cx="168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13232" y="3474720"/>
            <a:ext cx="168432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 syllabus-balanced pool from QBG by exam, class, subject, chapter &amp; difficulty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43861" y="3538728"/>
            <a:ext cx="292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18181" y="2148840"/>
            <a:ext cx="2013509" cy="3291840"/>
          </a:xfrm>
          <a:prstGeom prst="roundRect">
            <a:avLst>
              <a:gd name="adj" fmla="val 4541"/>
            </a:avLst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2982773" y="23134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82773" y="3017520"/>
            <a:ext cx="168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982773" y="3474720"/>
            <a:ext cx="168432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rewrites each question — paraphrase, vary numbers, or full rewrite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3402" y="3538728"/>
            <a:ext cx="292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87722" y="2148840"/>
            <a:ext cx="2013509" cy="3291840"/>
          </a:xfrm>
          <a:prstGeom prst="roundRect">
            <a:avLst>
              <a:gd name="adj" fmla="val 4541"/>
            </a:avLst>
          </a:prstGeom>
          <a:solidFill>
            <a:srgbClr val="1E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5252314" y="23134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252314" y="3017520"/>
            <a:ext cx="168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252314" y="3474720"/>
            <a:ext cx="168432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subject → chapter → topic → subtopic → difficulty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82942" y="3538728"/>
            <a:ext cx="292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57262" y="2148840"/>
            <a:ext cx="2013509" cy="3291840"/>
          </a:xfrm>
          <a:prstGeom prst="roundRect">
            <a:avLst>
              <a:gd name="adj" fmla="val 4541"/>
            </a:avLst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521854" y="23134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521854" y="3017520"/>
            <a:ext cx="168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21854" y="3474720"/>
            <a:ext cx="168432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AI reviewers + an aggregator re-derive every answer key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52483" y="3538728"/>
            <a:ext cx="292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26803" y="2148840"/>
            <a:ext cx="2013509" cy="3291840"/>
          </a:xfrm>
          <a:prstGeom prst="roundRect">
            <a:avLst>
              <a:gd name="adj" fmla="val 4541"/>
            </a:avLst>
          </a:prstGeom>
          <a:solidFill>
            <a:srgbClr val="1E1B4B"/>
          </a:solidFill>
          <a:ln/>
        </p:spPr>
      </p:sp>
      <p:sp>
        <p:nvSpPr>
          <p:cNvPr id="25" name="Text 23"/>
          <p:cNvSpPr/>
          <p:nvPr/>
        </p:nvSpPr>
        <p:spPr>
          <a:xfrm>
            <a:off x="9791395" y="231343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791395" y="3017520"/>
            <a:ext cx="16843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791395" y="3474720"/>
            <a:ext cx="1684325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finished question straight back into QBG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cycle is chained into a single run — start it once, and the pipeline carries the question set through every stage automatically.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AI REWRITING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how aggressively each question is rewritten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control in the product — shown exactly as it appears in the app.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32257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Paraphrase only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88036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numbers, same question — just reworded so it reads as new.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28575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232257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Change numbers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81144" y="288036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numbers, same thing being asked, same difficulty.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21031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5F5F9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5904" y="232257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Full rewrite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5904" y="288036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can change, including what's asked — and it gets slightly harder.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 enforces the SAME question-type fidelity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2578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Single-Choice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52578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525780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Multi-Choice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525780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525780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0" y="52578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52578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Matching-List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40880" y="5257800"/>
            <a:ext cx="1847088" cy="38404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5257800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Assertion-Reason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Numerical question always comes back Numerical — never silently turned into SCQ.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concept, a genuinely new question — illustrative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F5F5F9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3911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77640" y="203911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8" name="Text 6"/>
          <p:cNvSpPr/>
          <p:nvPr/>
        </p:nvSpPr>
        <p:spPr>
          <a:xfrm>
            <a:off x="3977640" y="203911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Numerical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of mass 4 kg is pulled by a horizontal force of 20 N on a rough surface with μ = 0.2. Find the acceleration of the block. (g = 10 m/s²)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(numeric):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80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m/s²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concept: Newton's second law with kinetic friction.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F5F5F9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03911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AI-MODIFIED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84080" y="203911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0" y="203911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Numerical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29400" y="265176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of mass 6 kg is pulled by a horizontal force of 28 N on a rough surface with μ = 0.25. Find the acceleration of the block. (g = 10 m/s²)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4114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(numeric):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9400" y="44805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480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2.17 m/s²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3492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"Change numbers" mode: new numbers, same physical quantity asked, same difficulty — type preserved as Numerical.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5060" y="2103120"/>
            <a:ext cx="0" cy="3657600"/>
          </a:xfrm>
          <a:prstGeom prst="line">
            <a:avLst/>
          </a:prstGeom>
          <a:noFill/>
          <a:ln w="19050">
            <a:solidFill>
              <a:srgbClr val="E2E4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QUALITY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independently re-derived before it ships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05840" y="21031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C2A5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03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5786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AI reviewer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2514600"/>
            <a:ext cx="141732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2918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C2A5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291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7673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AI reviewer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41732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448056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C2A5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4805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956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AI reviewer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4892040"/>
            <a:ext cx="141732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331720"/>
            <a:ext cx="2834640" cy="2286000"/>
          </a:xfrm>
          <a:prstGeom prst="roundRect">
            <a:avLst>
              <a:gd name="adj" fmla="val 4800"/>
            </a:avLst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4965192" y="2606040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65192" y="3108960"/>
            <a:ext cx="23225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0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Re-derives the final answer, cross-checks every reviewer, and flags anything that needs a human look.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3474720"/>
            <a:ext cx="1005840" cy="0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2377440"/>
            <a:ext cx="2148840" cy="2194560"/>
          </a:xfrm>
          <a:prstGeom prst="roundRect">
            <a:avLst>
              <a:gd name="adj" fmla="val 5106"/>
            </a:avLst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8549640" y="2514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686800" y="34290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1–3 reviewers per run. Papers flagged for manual review are surfaced automatically — nothing ships silently wrong.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— VIDEO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question paper into a narrated video, automatically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PDF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a manually laid-out paper or a QBG-exported paper — both are supported and auto-detected.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crops each question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3246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handles two-column layouts, page breaks, and QBG's own header/footer/watermark furniture.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is generated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4206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natural-sounding voice walks through the setup and the step-by-step solution for every question.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+ video, ready to publish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5166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 slide deck and a narrated MP4 are produced and uploaded straight to QBG.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965960"/>
            <a:ext cx="4892040" cy="3931920"/>
          </a:xfrm>
          <a:prstGeom prst="roundRect">
            <a:avLst>
              <a:gd name="adj" fmla="val 3256"/>
            </a:avLst>
          </a:prstGeom>
          <a:solidFill>
            <a:srgbClr val="1E1B4B"/>
          </a:solidFill>
          <a:ln/>
        </p:spPr>
      </p:sp>
      <p:sp>
        <p:nvSpPr>
          <p:cNvPr id="21" name="Shape 19"/>
          <p:cNvSpPr/>
          <p:nvPr/>
        </p:nvSpPr>
        <p:spPr>
          <a:xfrm>
            <a:off x="7040880" y="2240280"/>
            <a:ext cx="4343400" cy="2880360"/>
          </a:xfrm>
          <a:prstGeom prst="roundRect">
            <a:avLst>
              <a:gd name="adj" fmla="val 2540"/>
            </a:avLst>
          </a:prstGeom>
          <a:solidFill>
            <a:srgbClr val="2C2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8801100" y="3268980"/>
            <a:ext cx="822960" cy="8229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8801100" y="32689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23760" y="23774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Kinematics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52578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Narrated, slide-by-slide solution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time and cost actually come out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57400" cy="4023360"/>
          </a:xfrm>
          <a:prstGeom prst="roundRect">
            <a:avLst>
              <a:gd name="adj" fmla="val 4444"/>
            </a:avLst>
          </a:prstGeom>
          <a:solidFill>
            <a:srgbClr val="2C2A5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6916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multi-day, multi-person manual workflow collapses into one pipeline run started by a single person.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07208" y="1965960"/>
            <a:ext cx="2057400" cy="4023360"/>
          </a:xfrm>
          <a:prstGeom prst="roundRect">
            <a:avLst>
              <a:gd name="adj" fmla="val 4444"/>
            </a:avLst>
          </a:prstGeom>
          <a:solidFill>
            <a:srgbClr val="2C2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990088" y="219456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299008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90088" y="28346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90088" y="3566160"/>
            <a:ext cx="16916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Rewriting, redrawing, tagging &amp; verification are automated — team time shifts to review and planning, not manual authoring.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65776" y="1965960"/>
            <a:ext cx="2057400" cy="4023360"/>
          </a:xfrm>
          <a:prstGeom prst="roundRect">
            <a:avLst>
              <a:gd name="adj" fmla="val 4444"/>
            </a:avLst>
          </a:prstGeom>
          <a:solidFill>
            <a:srgbClr val="2C2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5248656" y="219456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5248656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48656" y="28346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↑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248656" y="3566160"/>
            <a:ext cx="16916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QC and enforced type fidelity remove a whole class of errors that depended on manual catch before.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24344" y="1965960"/>
            <a:ext cx="2057400" cy="4023360"/>
          </a:xfrm>
          <a:prstGeom prst="roundRect">
            <a:avLst>
              <a:gd name="adj" fmla="val 4444"/>
            </a:avLst>
          </a:prstGeom>
          <a:solidFill>
            <a:srgbClr val="2C2A5E"/>
          </a:solidFill>
          <a:ln/>
        </p:spPr>
      </p:sp>
      <p:sp>
        <p:nvSpPr>
          <p:cNvPr id="20" name="Shape 18"/>
          <p:cNvSpPr/>
          <p:nvPr/>
        </p:nvSpPr>
        <p:spPr>
          <a:xfrm>
            <a:off x="7507224" y="219456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750722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07224" y="28346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07224" y="3566160"/>
            <a:ext cx="16916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no longer bottlenecked by manual effort — more papers, faster launches, quicker turnaround.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82912" y="1965960"/>
            <a:ext cx="2057400" cy="4023360"/>
          </a:xfrm>
          <a:prstGeom prst="roundRect">
            <a:avLst>
              <a:gd name="adj" fmla="val 4444"/>
            </a:avLst>
          </a:prstGeom>
          <a:solidFill>
            <a:srgbClr val="2C2A5E"/>
          </a:solidFill>
          <a:ln/>
        </p:spPr>
      </p:sp>
      <p:sp>
        <p:nvSpPr>
          <p:cNvPr id="25" name="Shape 23"/>
          <p:cNvSpPr/>
          <p:nvPr/>
        </p:nvSpPr>
        <p:spPr>
          <a:xfrm>
            <a:off x="9765792" y="219456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976579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65792" y="28346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satisfaction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765792" y="3566160"/>
            <a:ext cx="16916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most repetitive part of the job, freeing the content team for work that needs real judgment.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already built, tested, and in 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91109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selection with full syllabus/difficulty filters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32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47802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reframing in 3 modes, with full question-type fidelity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99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0449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metadata tagging (subject → subtopic → difficulty)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66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611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QC with independent answer re-derivation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1965960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965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91109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redraw for AI-modified figures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2532888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2532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47802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Video-solution generation for both PDF formats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3099816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3099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0449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so teams get only the tools they need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3666744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3666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3611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 with recoverable results if a run is interrupted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Ready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validated, running in production today, generating real QBG test papers — ready to hand to more teams with no further engineering work.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put this in front of the founders.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QBG Test Creation Pipeline Automation — live today, ready to scale across the content team.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82296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343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2026-07-21T16:43:12Z</dcterms:created>
  <dcterms:modified xsi:type="dcterms:W3CDTF">2026-07-21T16:43:12Z</dcterms:modified>
</cp:coreProperties>
</file>